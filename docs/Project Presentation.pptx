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264" r:id="rId6"/>
    <p:sldId id="265" r:id="rId7"/>
    <p:sldId id="268" r:id="rId8"/>
    <p:sldId id="257" r:id="rId9"/>
    <p:sldId id="258" r:id="rId10"/>
    <p:sldId id="266" r:id="rId11"/>
    <p:sldId id="267" r:id="rId12"/>
    <p:sldId id="270" r:id="rId13"/>
    <p:sldId id="262" r:id="rId14"/>
    <p:sldId id="261" r:id="rId15"/>
    <p:sldId id="263" r:id="rId16"/>
    <p:sldId id="259" r:id="rId17"/>
    <p:sldId id="260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95ACF9-17A4-4B6E-958D-64607A0A8B39}" v="6" dt="2025-12-26T12:52:09.0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AN ŞAN" userId="ce8c41c4-fb0e-49b3-9b47-16707e1d9a6a" providerId="ADAL" clId="{CBCE09A9-DD88-4013-9830-CDF1C23863F5}"/>
    <pc:docChg chg="undo custSel addSld modSld">
      <pc:chgData name="BARAN ŞAN" userId="ce8c41c4-fb0e-49b3-9b47-16707e1d9a6a" providerId="ADAL" clId="{CBCE09A9-DD88-4013-9830-CDF1C23863F5}" dt="2025-12-26T12:52:27.255" v="1221" actId="1076"/>
      <pc:docMkLst>
        <pc:docMk/>
      </pc:docMkLst>
      <pc:sldChg chg="modSp mod">
        <pc:chgData name="BARAN ŞAN" userId="ce8c41c4-fb0e-49b3-9b47-16707e1d9a6a" providerId="ADAL" clId="{CBCE09A9-DD88-4013-9830-CDF1C23863F5}" dt="2025-12-26T11:51:43.128" v="757" actId="207"/>
        <pc:sldMkLst>
          <pc:docMk/>
          <pc:sldMk cId="2274496251" sldId="257"/>
        </pc:sldMkLst>
        <pc:spChg chg="mod">
          <ac:chgData name="BARAN ŞAN" userId="ce8c41c4-fb0e-49b3-9b47-16707e1d9a6a" providerId="ADAL" clId="{CBCE09A9-DD88-4013-9830-CDF1C23863F5}" dt="2025-12-26T11:51:43.128" v="757" actId="207"/>
          <ac:spMkLst>
            <pc:docMk/>
            <pc:sldMk cId="2274496251" sldId="257"/>
            <ac:spMk id="2" creationId="{CE345D62-51B5-B76E-8373-D2C454555966}"/>
          </ac:spMkLst>
        </pc:spChg>
      </pc:sldChg>
      <pc:sldChg chg="modSp mod">
        <pc:chgData name="BARAN ŞAN" userId="ce8c41c4-fb0e-49b3-9b47-16707e1d9a6a" providerId="ADAL" clId="{CBCE09A9-DD88-4013-9830-CDF1C23863F5}" dt="2025-12-26T11:39:33.945" v="17" actId="20577"/>
        <pc:sldMkLst>
          <pc:docMk/>
          <pc:sldMk cId="1300469163" sldId="258"/>
        </pc:sldMkLst>
        <pc:graphicFrameChg chg="modGraphic">
          <ac:chgData name="BARAN ŞAN" userId="ce8c41c4-fb0e-49b3-9b47-16707e1d9a6a" providerId="ADAL" clId="{CBCE09A9-DD88-4013-9830-CDF1C23863F5}" dt="2025-12-26T11:39:33.945" v="17" actId="20577"/>
          <ac:graphicFrameMkLst>
            <pc:docMk/>
            <pc:sldMk cId="1300469163" sldId="258"/>
            <ac:graphicFrameMk id="4" creationId="{952C23D4-BF2A-018F-7375-0F700B4C464B}"/>
          </ac:graphicFrameMkLst>
        </pc:graphicFrameChg>
      </pc:sldChg>
      <pc:sldChg chg="addSp delSp modSp mod setBg">
        <pc:chgData name="BARAN ŞAN" userId="ce8c41c4-fb0e-49b3-9b47-16707e1d9a6a" providerId="ADAL" clId="{CBCE09A9-DD88-4013-9830-CDF1C23863F5}" dt="2025-12-26T12:49:11.960" v="1182" actId="1076"/>
        <pc:sldMkLst>
          <pc:docMk/>
          <pc:sldMk cId="2849269769" sldId="261"/>
        </pc:sldMkLst>
        <pc:spChg chg="add mod">
          <ac:chgData name="BARAN ŞAN" userId="ce8c41c4-fb0e-49b3-9b47-16707e1d9a6a" providerId="ADAL" clId="{CBCE09A9-DD88-4013-9830-CDF1C23863F5}" dt="2025-12-26T12:49:01.283" v="1178" actId="1076"/>
          <ac:spMkLst>
            <pc:docMk/>
            <pc:sldMk cId="2849269769" sldId="261"/>
            <ac:spMk id="2" creationId="{A48F5DF6-B695-8802-04B5-B07A5B998AC5}"/>
          </ac:spMkLst>
        </pc:spChg>
        <pc:spChg chg="add del">
          <ac:chgData name="BARAN ŞAN" userId="ce8c41c4-fb0e-49b3-9b47-16707e1d9a6a" providerId="ADAL" clId="{CBCE09A9-DD88-4013-9830-CDF1C23863F5}" dt="2025-12-26T12:47:47.956" v="1154" actId="26606"/>
          <ac:spMkLst>
            <pc:docMk/>
            <pc:sldMk cId="2849269769" sldId="261"/>
            <ac:spMk id="10" creationId="{6A0A1DEB-D8B2-4267-B1E3-DF9903353FB9}"/>
          </ac:spMkLst>
        </pc:spChg>
        <pc:spChg chg="add del">
          <ac:chgData name="BARAN ŞAN" userId="ce8c41c4-fb0e-49b3-9b47-16707e1d9a6a" providerId="ADAL" clId="{CBCE09A9-DD88-4013-9830-CDF1C23863F5}" dt="2025-12-26T12:47:47.956" v="1154" actId="26606"/>
          <ac:spMkLst>
            <pc:docMk/>
            <pc:sldMk cId="2849269769" sldId="261"/>
            <ac:spMk id="12" creationId="{BD039821-71E6-4D14-A6A3-00E340040639}"/>
          </ac:spMkLst>
        </pc:spChg>
        <pc:spChg chg="add del">
          <ac:chgData name="BARAN ŞAN" userId="ce8c41c4-fb0e-49b3-9b47-16707e1d9a6a" providerId="ADAL" clId="{CBCE09A9-DD88-4013-9830-CDF1C23863F5}" dt="2025-12-26T12:47:47.956" v="1154" actId="26606"/>
          <ac:spMkLst>
            <pc:docMk/>
            <pc:sldMk cId="2849269769" sldId="261"/>
            <ac:spMk id="14" creationId="{8343B04F-B5E0-41BD-BEEA-A4E6B79F2CA7}"/>
          </ac:spMkLst>
        </pc:spChg>
        <pc:spChg chg="add del">
          <ac:chgData name="BARAN ŞAN" userId="ce8c41c4-fb0e-49b3-9b47-16707e1d9a6a" providerId="ADAL" clId="{CBCE09A9-DD88-4013-9830-CDF1C23863F5}" dt="2025-12-26T12:47:46.775" v="1151" actId="26606"/>
          <ac:spMkLst>
            <pc:docMk/>
            <pc:sldMk cId="2849269769" sldId="261"/>
            <ac:spMk id="19" creationId="{6A0A1DEB-D8B2-4267-B1E3-DF9903353FB9}"/>
          </ac:spMkLst>
        </pc:spChg>
        <pc:spChg chg="add del">
          <ac:chgData name="BARAN ŞAN" userId="ce8c41c4-fb0e-49b3-9b47-16707e1d9a6a" providerId="ADAL" clId="{CBCE09A9-DD88-4013-9830-CDF1C23863F5}" dt="2025-12-26T12:47:46.775" v="1151" actId="26606"/>
          <ac:spMkLst>
            <pc:docMk/>
            <pc:sldMk cId="2849269769" sldId="261"/>
            <ac:spMk id="21" creationId="{BD039821-71E6-4D14-A6A3-00E340040639}"/>
          </ac:spMkLst>
        </pc:spChg>
        <pc:spChg chg="add del">
          <ac:chgData name="BARAN ŞAN" userId="ce8c41c4-fb0e-49b3-9b47-16707e1d9a6a" providerId="ADAL" clId="{CBCE09A9-DD88-4013-9830-CDF1C23863F5}" dt="2025-12-26T12:47:46.775" v="1151" actId="26606"/>
          <ac:spMkLst>
            <pc:docMk/>
            <pc:sldMk cId="2849269769" sldId="261"/>
            <ac:spMk id="23" creationId="{8343B04F-B5E0-41BD-BEEA-A4E6B79F2CA7}"/>
          </ac:spMkLst>
        </pc:spChg>
        <pc:spChg chg="add del">
          <ac:chgData name="BARAN ŞAN" userId="ce8c41c4-fb0e-49b3-9b47-16707e1d9a6a" providerId="ADAL" clId="{CBCE09A9-DD88-4013-9830-CDF1C23863F5}" dt="2025-12-26T12:47:47.953" v="1153" actId="26606"/>
          <ac:spMkLst>
            <pc:docMk/>
            <pc:sldMk cId="2849269769" sldId="261"/>
            <ac:spMk id="25" creationId="{80BA5665-9598-4383-8F19-52182CBB6585}"/>
          </ac:spMkLst>
        </pc:spChg>
        <pc:spChg chg="add del">
          <ac:chgData name="BARAN ŞAN" userId="ce8c41c4-fb0e-49b3-9b47-16707e1d9a6a" providerId="ADAL" clId="{CBCE09A9-DD88-4013-9830-CDF1C23863F5}" dt="2025-12-26T12:47:47.953" v="1153" actId="26606"/>
          <ac:spMkLst>
            <pc:docMk/>
            <pc:sldMk cId="2849269769" sldId="261"/>
            <ac:spMk id="26" creationId="{B4C777A6-9696-47DF-BA90-40895EFCE8AA}"/>
          </ac:spMkLst>
        </pc:spChg>
        <pc:spChg chg="add del">
          <ac:chgData name="BARAN ŞAN" userId="ce8c41c4-fb0e-49b3-9b47-16707e1d9a6a" providerId="ADAL" clId="{CBCE09A9-DD88-4013-9830-CDF1C23863F5}" dt="2025-12-26T12:47:47.953" v="1153" actId="26606"/>
          <ac:spMkLst>
            <pc:docMk/>
            <pc:sldMk cId="2849269769" sldId="261"/>
            <ac:spMk id="27" creationId="{5C05B094-D180-41FA-B209-8388E9F7DF56}"/>
          </ac:spMkLst>
        </pc:spChg>
        <pc:spChg chg="add">
          <ac:chgData name="BARAN ŞAN" userId="ce8c41c4-fb0e-49b3-9b47-16707e1d9a6a" providerId="ADAL" clId="{CBCE09A9-DD88-4013-9830-CDF1C23863F5}" dt="2025-12-26T12:47:47.956" v="1154" actId="26606"/>
          <ac:spMkLst>
            <pc:docMk/>
            <pc:sldMk cId="2849269769" sldId="261"/>
            <ac:spMk id="29" creationId="{6A0A1DEB-D8B2-4267-B1E3-DF9903353FB9}"/>
          </ac:spMkLst>
        </pc:spChg>
        <pc:spChg chg="add">
          <ac:chgData name="BARAN ŞAN" userId="ce8c41c4-fb0e-49b3-9b47-16707e1d9a6a" providerId="ADAL" clId="{CBCE09A9-DD88-4013-9830-CDF1C23863F5}" dt="2025-12-26T12:47:47.956" v="1154" actId="26606"/>
          <ac:spMkLst>
            <pc:docMk/>
            <pc:sldMk cId="2849269769" sldId="261"/>
            <ac:spMk id="30" creationId="{BD039821-71E6-4D14-A6A3-00E340040639}"/>
          </ac:spMkLst>
        </pc:spChg>
        <pc:spChg chg="add">
          <ac:chgData name="BARAN ŞAN" userId="ce8c41c4-fb0e-49b3-9b47-16707e1d9a6a" providerId="ADAL" clId="{CBCE09A9-DD88-4013-9830-CDF1C23863F5}" dt="2025-12-26T12:47:47.956" v="1154" actId="26606"/>
          <ac:spMkLst>
            <pc:docMk/>
            <pc:sldMk cId="2849269769" sldId="261"/>
            <ac:spMk id="31" creationId="{8343B04F-B5E0-41BD-BEEA-A4E6B79F2CA7}"/>
          </ac:spMkLst>
        </pc:spChg>
        <pc:picChg chg="mod ord">
          <ac:chgData name="BARAN ŞAN" userId="ce8c41c4-fb0e-49b3-9b47-16707e1d9a6a" providerId="ADAL" clId="{CBCE09A9-DD88-4013-9830-CDF1C23863F5}" dt="2025-12-26T12:49:10.071" v="1181" actId="1076"/>
          <ac:picMkLst>
            <pc:docMk/>
            <pc:sldMk cId="2849269769" sldId="261"/>
            <ac:picMk id="3" creationId="{53C74CA0-C326-CEFF-2828-B8DFE050FAB6}"/>
          </ac:picMkLst>
        </pc:picChg>
        <pc:picChg chg="mod">
          <ac:chgData name="BARAN ŞAN" userId="ce8c41c4-fb0e-49b3-9b47-16707e1d9a6a" providerId="ADAL" clId="{CBCE09A9-DD88-4013-9830-CDF1C23863F5}" dt="2025-12-26T12:49:11.960" v="1182" actId="1076"/>
          <ac:picMkLst>
            <pc:docMk/>
            <pc:sldMk cId="2849269769" sldId="261"/>
            <ac:picMk id="5" creationId="{C767B86A-41BD-70B9-8267-B7E4F0DA20FD}"/>
          </ac:picMkLst>
        </pc:picChg>
      </pc:sldChg>
      <pc:sldChg chg="addSp delSp modSp mod setBg">
        <pc:chgData name="BARAN ŞAN" userId="ce8c41c4-fb0e-49b3-9b47-16707e1d9a6a" providerId="ADAL" clId="{CBCE09A9-DD88-4013-9830-CDF1C23863F5}" dt="2025-12-26T12:47:17.089" v="1144" actId="1076"/>
        <pc:sldMkLst>
          <pc:docMk/>
          <pc:sldMk cId="3757061059" sldId="262"/>
        </pc:sldMkLst>
        <pc:spChg chg="add del mod">
          <ac:chgData name="BARAN ŞAN" userId="ce8c41c4-fb0e-49b3-9b47-16707e1d9a6a" providerId="ADAL" clId="{CBCE09A9-DD88-4013-9830-CDF1C23863F5}" dt="2025-12-26T12:45:53.042" v="1114" actId="21"/>
          <ac:spMkLst>
            <pc:docMk/>
            <pc:sldMk cId="3757061059" sldId="262"/>
            <ac:spMk id="2" creationId="{2CA22D68-AAC2-8A38-D8FE-5C3B0F5F078C}"/>
          </ac:spMkLst>
        </pc:spChg>
        <pc:spChg chg="add mod">
          <ac:chgData name="BARAN ŞAN" userId="ce8c41c4-fb0e-49b3-9b47-16707e1d9a6a" providerId="ADAL" clId="{CBCE09A9-DD88-4013-9830-CDF1C23863F5}" dt="2025-12-26T12:46:55.796" v="1139" actId="1076"/>
          <ac:spMkLst>
            <pc:docMk/>
            <pc:sldMk cId="3757061059" sldId="262"/>
            <ac:spMk id="4" creationId="{F35D7A40-57B5-E871-3192-A8B0CC2B0BF8}"/>
          </ac:spMkLst>
        </pc:spChg>
        <pc:spChg chg="add">
          <ac:chgData name="BARAN ŞAN" userId="ce8c41c4-fb0e-49b3-9b47-16707e1d9a6a" providerId="ADAL" clId="{CBCE09A9-DD88-4013-9830-CDF1C23863F5}" dt="2025-12-26T12:45:56.694" v="1115" actId="26606"/>
          <ac:spMkLst>
            <pc:docMk/>
            <pc:sldMk cId="3757061059" sldId="262"/>
            <ac:spMk id="10" creationId="{80BA5665-9598-4383-8F19-52182CBB6585}"/>
          </ac:spMkLst>
        </pc:spChg>
        <pc:spChg chg="add">
          <ac:chgData name="BARAN ŞAN" userId="ce8c41c4-fb0e-49b3-9b47-16707e1d9a6a" providerId="ADAL" clId="{CBCE09A9-DD88-4013-9830-CDF1C23863F5}" dt="2025-12-26T12:45:56.694" v="1115" actId="26606"/>
          <ac:spMkLst>
            <pc:docMk/>
            <pc:sldMk cId="3757061059" sldId="262"/>
            <ac:spMk id="12" creationId="{B4C777A6-9696-47DF-BA90-40895EFCE8AA}"/>
          </ac:spMkLst>
        </pc:spChg>
        <pc:spChg chg="add">
          <ac:chgData name="BARAN ŞAN" userId="ce8c41c4-fb0e-49b3-9b47-16707e1d9a6a" providerId="ADAL" clId="{CBCE09A9-DD88-4013-9830-CDF1C23863F5}" dt="2025-12-26T12:45:56.694" v="1115" actId="26606"/>
          <ac:spMkLst>
            <pc:docMk/>
            <pc:sldMk cId="3757061059" sldId="262"/>
            <ac:spMk id="14" creationId="{5C05B094-D180-41FA-B209-8388E9F7DF56}"/>
          </ac:spMkLst>
        </pc:spChg>
        <pc:picChg chg="mod ord">
          <ac:chgData name="BARAN ŞAN" userId="ce8c41c4-fb0e-49b3-9b47-16707e1d9a6a" providerId="ADAL" clId="{CBCE09A9-DD88-4013-9830-CDF1C23863F5}" dt="2025-12-26T12:47:14.584" v="1143" actId="1076"/>
          <ac:picMkLst>
            <pc:docMk/>
            <pc:sldMk cId="3757061059" sldId="262"/>
            <ac:picMk id="3" creationId="{3F6A7DDF-B7A0-A2F0-315B-34D7E08EA6F5}"/>
          </ac:picMkLst>
        </pc:picChg>
        <pc:picChg chg="mod">
          <ac:chgData name="BARAN ŞAN" userId="ce8c41c4-fb0e-49b3-9b47-16707e1d9a6a" providerId="ADAL" clId="{CBCE09A9-DD88-4013-9830-CDF1C23863F5}" dt="2025-12-26T12:47:17.089" v="1144" actId="1076"/>
          <ac:picMkLst>
            <pc:docMk/>
            <pc:sldMk cId="3757061059" sldId="262"/>
            <ac:picMk id="5" creationId="{C2C25D87-F885-5C4A-4832-3DD5971215F0}"/>
          </ac:picMkLst>
        </pc:picChg>
      </pc:sldChg>
      <pc:sldChg chg="addSp delSp modSp mod setBg">
        <pc:chgData name="BARAN ŞAN" userId="ce8c41c4-fb0e-49b3-9b47-16707e1d9a6a" providerId="ADAL" clId="{CBCE09A9-DD88-4013-9830-CDF1C23863F5}" dt="2025-12-26T12:52:27.255" v="1221" actId="1076"/>
        <pc:sldMkLst>
          <pc:docMk/>
          <pc:sldMk cId="3114308839" sldId="263"/>
        </pc:sldMkLst>
        <pc:spChg chg="add del mod">
          <ac:chgData name="BARAN ŞAN" userId="ce8c41c4-fb0e-49b3-9b47-16707e1d9a6a" providerId="ADAL" clId="{CBCE09A9-DD88-4013-9830-CDF1C23863F5}" dt="2025-12-26T12:51:19.386" v="1196" actId="21"/>
          <ac:spMkLst>
            <pc:docMk/>
            <pc:sldMk cId="3114308839" sldId="263"/>
            <ac:spMk id="2" creationId="{259F3A44-B3C2-C10C-677C-EB3876B735B7}"/>
          </ac:spMkLst>
        </pc:spChg>
        <pc:spChg chg="add mod">
          <ac:chgData name="BARAN ŞAN" userId="ce8c41c4-fb0e-49b3-9b47-16707e1d9a6a" providerId="ADAL" clId="{CBCE09A9-DD88-4013-9830-CDF1C23863F5}" dt="2025-12-26T12:52:27.255" v="1221" actId="1076"/>
          <ac:spMkLst>
            <pc:docMk/>
            <pc:sldMk cId="3114308839" sldId="263"/>
            <ac:spMk id="4" creationId="{2E900081-28D6-C229-1B9C-F074D61D8EC8}"/>
          </ac:spMkLst>
        </pc:spChg>
        <pc:spChg chg="add">
          <ac:chgData name="BARAN ŞAN" userId="ce8c41c4-fb0e-49b3-9b47-16707e1d9a6a" providerId="ADAL" clId="{CBCE09A9-DD88-4013-9830-CDF1C23863F5}" dt="2025-12-26T12:51:32.143" v="1197" actId="26606"/>
          <ac:spMkLst>
            <pc:docMk/>
            <pc:sldMk cId="3114308839" sldId="263"/>
            <ac:spMk id="10" creationId="{6A0A1DEB-D8B2-4267-B1E3-DF9903353FB9}"/>
          </ac:spMkLst>
        </pc:spChg>
        <pc:spChg chg="add">
          <ac:chgData name="BARAN ŞAN" userId="ce8c41c4-fb0e-49b3-9b47-16707e1d9a6a" providerId="ADAL" clId="{CBCE09A9-DD88-4013-9830-CDF1C23863F5}" dt="2025-12-26T12:51:32.143" v="1197" actId="26606"/>
          <ac:spMkLst>
            <pc:docMk/>
            <pc:sldMk cId="3114308839" sldId="263"/>
            <ac:spMk id="12" creationId="{BD039821-71E6-4D14-A6A3-00E340040639}"/>
          </ac:spMkLst>
        </pc:spChg>
        <pc:spChg chg="add">
          <ac:chgData name="BARAN ŞAN" userId="ce8c41c4-fb0e-49b3-9b47-16707e1d9a6a" providerId="ADAL" clId="{CBCE09A9-DD88-4013-9830-CDF1C23863F5}" dt="2025-12-26T12:51:32.143" v="1197" actId="26606"/>
          <ac:spMkLst>
            <pc:docMk/>
            <pc:sldMk cId="3114308839" sldId="263"/>
            <ac:spMk id="14" creationId="{8343B04F-B5E0-41BD-BEEA-A4E6B79F2CA7}"/>
          </ac:spMkLst>
        </pc:spChg>
        <pc:picChg chg="mod ord">
          <ac:chgData name="BARAN ŞAN" userId="ce8c41c4-fb0e-49b3-9b47-16707e1d9a6a" providerId="ADAL" clId="{CBCE09A9-DD88-4013-9830-CDF1C23863F5}" dt="2025-12-26T12:52:02.363" v="1207" actId="1076"/>
          <ac:picMkLst>
            <pc:docMk/>
            <pc:sldMk cId="3114308839" sldId="263"/>
            <ac:picMk id="3" creationId="{40DD7DCC-DD27-D398-8A86-FE53A2A574F4}"/>
          </ac:picMkLst>
        </pc:picChg>
        <pc:picChg chg="mod">
          <ac:chgData name="BARAN ŞAN" userId="ce8c41c4-fb0e-49b3-9b47-16707e1d9a6a" providerId="ADAL" clId="{CBCE09A9-DD88-4013-9830-CDF1C23863F5}" dt="2025-12-26T12:51:56.357" v="1205" actId="1076"/>
          <ac:picMkLst>
            <pc:docMk/>
            <pc:sldMk cId="3114308839" sldId="263"/>
            <ac:picMk id="5" creationId="{5A3D9FC2-CB4B-DC4B-164C-DCD8D94A4F77}"/>
          </ac:picMkLst>
        </pc:picChg>
      </pc:sldChg>
      <pc:sldChg chg="addSp modSp mod">
        <pc:chgData name="BARAN ŞAN" userId="ce8c41c4-fb0e-49b3-9b47-16707e1d9a6a" providerId="ADAL" clId="{CBCE09A9-DD88-4013-9830-CDF1C23863F5}" dt="2025-12-26T12:43:06.423" v="1045" actId="5793"/>
        <pc:sldMkLst>
          <pc:docMk/>
          <pc:sldMk cId="416564757" sldId="267"/>
        </pc:sldMkLst>
        <pc:spChg chg="add mod">
          <ac:chgData name="BARAN ŞAN" userId="ce8c41c4-fb0e-49b3-9b47-16707e1d9a6a" providerId="ADAL" clId="{CBCE09A9-DD88-4013-9830-CDF1C23863F5}" dt="2025-12-26T12:43:06.423" v="1045" actId="5793"/>
          <ac:spMkLst>
            <pc:docMk/>
            <pc:sldMk cId="416564757" sldId="267"/>
            <ac:spMk id="6" creationId="{69700DCF-CB65-03EB-BEF6-00A14471211D}"/>
          </ac:spMkLst>
        </pc:spChg>
        <pc:graphicFrameChg chg="modGraphic">
          <ac:chgData name="BARAN ŞAN" userId="ce8c41c4-fb0e-49b3-9b47-16707e1d9a6a" providerId="ADAL" clId="{CBCE09A9-DD88-4013-9830-CDF1C23863F5}" dt="2025-12-26T11:39:04.281" v="1" actId="20577"/>
          <ac:graphicFrameMkLst>
            <pc:docMk/>
            <pc:sldMk cId="416564757" sldId="267"/>
            <ac:graphicFrameMk id="5" creationId="{F58A1E44-1EAE-54C8-E33D-840C49A7DED7}"/>
          </ac:graphicFrameMkLst>
        </pc:graphicFrameChg>
      </pc:sldChg>
      <pc:sldChg chg="delSp modSp new mod">
        <pc:chgData name="BARAN ŞAN" userId="ce8c41c4-fb0e-49b3-9b47-16707e1d9a6a" providerId="ADAL" clId="{CBCE09A9-DD88-4013-9830-CDF1C23863F5}" dt="2025-12-26T12:44:15.270" v="1085" actId="21"/>
        <pc:sldMkLst>
          <pc:docMk/>
          <pc:sldMk cId="2994679756" sldId="269"/>
        </pc:sldMkLst>
        <pc:spChg chg="mod">
          <ac:chgData name="BARAN ŞAN" userId="ce8c41c4-fb0e-49b3-9b47-16707e1d9a6a" providerId="ADAL" clId="{CBCE09A9-DD88-4013-9830-CDF1C23863F5}" dt="2025-12-26T12:44:03.725" v="1083" actId="122"/>
          <ac:spMkLst>
            <pc:docMk/>
            <pc:sldMk cId="2994679756" sldId="269"/>
            <ac:spMk id="2" creationId="{7F5F7D72-8E12-7D0C-ED04-089A91CFC929}"/>
          </ac:spMkLst>
        </pc:spChg>
        <pc:spChg chg="del mod">
          <ac:chgData name="BARAN ŞAN" userId="ce8c41c4-fb0e-49b3-9b47-16707e1d9a6a" providerId="ADAL" clId="{CBCE09A9-DD88-4013-9830-CDF1C23863F5}" dt="2025-12-26T12:44:15.270" v="1085" actId="21"/>
          <ac:spMkLst>
            <pc:docMk/>
            <pc:sldMk cId="2994679756" sldId="269"/>
            <ac:spMk id="3" creationId="{A07E6AB4-A84D-23A3-B7AD-52E2C2DEB0C9}"/>
          </ac:spMkLst>
        </pc:spChg>
      </pc:sldChg>
      <pc:sldChg chg="new">
        <pc:chgData name="BARAN ŞAN" userId="ce8c41c4-fb0e-49b3-9b47-16707e1d9a6a" providerId="ADAL" clId="{CBCE09A9-DD88-4013-9830-CDF1C23863F5}" dt="2025-12-26T12:50:54.761" v="1183" actId="680"/>
        <pc:sldMkLst>
          <pc:docMk/>
          <pc:sldMk cId="3117839284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010EE-082A-493E-B0FA-53CF363B1E33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F858A-99DE-4008-B5B3-4A521C660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931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sadasdaj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F858A-99DE-4008-B5B3-4A521C660FEC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928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12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05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47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476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029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475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1039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414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690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559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586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F8119A-699C-430B-971E-B2F6D672E60D}" type="datetimeFigureOut">
              <a:rPr lang="tr-TR" smtClean="0"/>
              <a:t>26.12.2025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D9BE7E9-A19B-4189-BA90-BE976C7E2404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78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13FB8-92A0-8CD7-57E8-2F8B096E0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>
            <a:normAutofit/>
          </a:bodyPr>
          <a:lstStyle/>
          <a:p>
            <a:r>
              <a:rPr lang="tr-TR" b="1"/>
              <a:t>Macro Expression Detection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68B4C-EDE6-8D67-08FB-3977F97AC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Resıdual Maskıng network – Fer2013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1285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AB511E-9887-785C-9783-111C05B9DA8F}"/>
              </a:ext>
            </a:extLst>
          </p:cNvPr>
          <p:cNvSpPr txBox="1"/>
          <p:nvPr/>
        </p:nvSpPr>
        <p:spPr>
          <a:xfrm>
            <a:off x="294968" y="353961"/>
            <a:ext cx="11602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 err="1"/>
              <a:t>Residual</a:t>
            </a:r>
            <a:r>
              <a:rPr lang="tr-TR" sz="4000" dirty="0"/>
              <a:t> </a:t>
            </a:r>
            <a:r>
              <a:rPr lang="tr-TR" sz="4000" dirty="0" err="1"/>
              <a:t>Masking</a:t>
            </a:r>
            <a:r>
              <a:rPr lang="tr-TR" sz="4000" dirty="0"/>
              <a:t> Network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FB10C-B5AF-0F17-2E5E-AE304FAF2EEB}"/>
              </a:ext>
            </a:extLst>
          </p:cNvPr>
          <p:cNvSpPr txBox="1"/>
          <p:nvPr/>
        </p:nvSpPr>
        <p:spPr>
          <a:xfrm>
            <a:off x="415548" y="1413063"/>
            <a:ext cx="1085481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 err="1"/>
              <a:t>Backbone</a:t>
            </a:r>
            <a:r>
              <a:rPr lang="tr-TR" sz="2000" dirty="0"/>
              <a:t>: ResNet34 </a:t>
            </a:r>
            <a:r>
              <a:rPr lang="tr-TR" sz="2000" dirty="0" err="1"/>
              <a:t>with</a:t>
            </a:r>
            <a:r>
              <a:rPr lang="tr-TR" sz="2000" dirty="0"/>
              <a:t> </a:t>
            </a:r>
            <a:r>
              <a:rPr lang="tr-TR" sz="2000" dirty="0" err="1"/>
              <a:t>Residual</a:t>
            </a:r>
            <a:r>
              <a:rPr lang="tr-TR" sz="2000" dirty="0"/>
              <a:t> </a:t>
            </a:r>
            <a:r>
              <a:rPr lang="tr-TR" sz="2000" dirty="0" err="1"/>
              <a:t>Masking</a:t>
            </a:r>
            <a:r>
              <a:rPr lang="tr-TR" sz="2000" dirty="0"/>
              <a:t> </a:t>
            </a:r>
            <a:r>
              <a:rPr lang="tr-TR" sz="2000" dirty="0" err="1"/>
              <a:t>Blocks</a:t>
            </a:r>
            <a:r>
              <a:rPr lang="tr-TR" sz="2000" dirty="0"/>
              <a:t>  -  </a:t>
            </a:r>
            <a:r>
              <a:rPr lang="tr-TR" sz="1400" dirty="0"/>
              <a:t>(</a:t>
            </a:r>
            <a:r>
              <a:rPr lang="tr-TR" sz="1400" dirty="0" err="1"/>
              <a:t>ImageNet</a:t>
            </a:r>
            <a:r>
              <a:rPr lang="tr-TR" sz="1400" dirty="0"/>
              <a:t> </a:t>
            </a:r>
            <a:r>
              <a:rPr lang="tr-TR" sz="1400" dirty="0" err="1"/>
              <a:t>pretrained</a:t>
            </a:r>
            <a:r>
              <a:rPr lang="tr-TR" sz="1400" dirty="0"/>
              <a:t> </a:t>
            </a:r>
            <a:r>
              <a:rPr lang="tr-TR" sz="1400" dirty="0" err="1"/>
              <a:t>backbone</a:t>
            </a:r>
            <a:r>
              <a:rPr lang="tr-TR" sz="1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 err="1"/>
              <a:t>Optimizers</a:t>
            </a:r>
            <a:r>
              <a:rPr lang="tr-TR" sz="2000" dirty="0"/>
              <a:t>: SGD </a:t>
            </a:r>
            <a:r>
              <a:rPr lang="tr-TR" sz="2000" dirty="0" err="1"/>
              <a:t>with</a:t>
            </a:r>
            <a:r>
              <a:rPr lang="tr-TR" sz="2000" dirty="0"/>
              <a:t> Momentum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 err="1"/>
              <a:t>Regularizations</a:t>
            </a:r>
            <a:r>
              <a:rPr lang="tr-TR" sz="2000" b="1" dirty="0"/>
              <a:t>: </a:t>
            </a:r>
            <a:r>
              <a:rPr lang="tr-TR" sz="2000" dirty="0" err="1"/>
              <a:t>BatchNorm</a:t>
            </a:r>
            <a:r>
              <a:rPr lang="tr-TR" sz="2000" dirty="0"/>
              <a:t>, </a:t>
            </a:r>
            <a:r>
              <a:rPr lang="tr-TR" sz="2000" dirty="0" err="1"/>
              <a:t>Weight</a:t>
            </a:r>
            <a:r>
              <a:rPr lang="tr-TR" sz="2000" dirty="0"/>
              <a:t> </a:t>
            </a:r>
            <a:r>
              <a:rPr lang="tr-TR" sz="2000" dirty="0" err="1"/>
              <a:t>Decay</a:t>
            </a:r>
            <a:endParaRPr lang="tr-T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/>
              <a:t>Data </a:t>
            </a:r>
            <a:r>
              <a:rPr lang="tr-TR" sz="2000" b="1" dirty="0" err="1"/>
              <a:t>Augmentations</a:t>
            </a:r>
            <a:r>
              <a:rPr lang="tr-TR" sz="2000" dirty="0"/>
              <a:t>: </a:t>
            </a:r>
            <a:r>
              <a:rPr lang="tr-TR" sz="2000" dirty="0" err="1"/>
              <a:t>Left</a:t>
            </a:r>
            <a:r>
              <a:rPr lang="tr-TR" sz="2000" dirty="0"/>
              <a:t>-Right </a:t>
            </a:r>
            <a:r>
              <a:rPr lang="tr-TR" sz="2000" dirty="0" err="1"/>
              <a:t>Flipping</a:t>
            </a:r>
            <a:r>
              <a:rPr lang="tr-TR" sz="2000" dirty="0"/>
              <a:t>, </a:t>
            </a:r>
            <a:r>
              <a:rPr lang="tr-TR" sz="2000" dirty="0" err="1"/>
              <a:t>Rotating</a:t>
            </a:r>
            <a:r>
              <a:rPr lang="tr-TR" sz="2000" dirty="0"/>
              <a:t>, Test-Time </a:t>
            </a:r>
            <a:r>
              <a:rPr lang="tr-TR" sz="2000" dirty="0" err="1"/>
              <a:t>Augmentation</a:t>
            </a:r>
            <a:r>
              <a:rPr lang="tr-TR" sz="2000" dirty="0"/>
              <a:t>  -  </a:t>
            </a:r>
            <a:r>
              <a:rPr lang="tr-TR" sz="1400" dirty="0"/>
              <a:t>(</a:t>
            </a:r>
            <a:r>
              <a:rPr lang="tr-TR" sz="1400" dirty="0" err="1"/>
              <a:t>During</a:t>
            </a:r>
            <a:r>
              <a:rPr lang="tr-TR" sz="1400" dirty="0"/>
              <a:t> </a:t>
            </a:r>
            <a:r>
              <a:rPr lang="tr-TR" sz="1400" dirty="0" err="1"/>
              <a:t>evaluation</a:t>
            </a:r>
            <a:r>
              <a:rPr lang="tr-TR" sz="1400" dirty="0"/>
              <a:t>)</a:t>
            </a:r>
            <a:endParaRPr lang="tr-TR" sz="1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 err="1"/>
              <a:t>Loss</a:t>
            </a:r>
            <a:r>
              <a:rPr lang="tr-TR" sz="2000" b="1" dirty="0"/>
              <a:t> </a:t>
            </a:r>
            <a:r>
              <a:rPr lang="tr-TR" sz="2000" b="1" dirty="0" err="1"/>
              <a:t>Function</a:t>
            </a:r>
            <a:r>
              <a:rPr lang="tr-TR" sz="2000" dirty="0"/>
              <a:t>: Cross-</a:t>
            </a:r>
            <a:r>
              <a:rPr lang="tr-TR" sz="2000" dirty="0" err="1"/>
              <a:t>Entropy</a:t>
            </a:r>
            <a:r>
              <a:rPr lang="tr-TR" sz="2000" dirty="0"/>
              <a:t> </a:t>
            </a:r>
            <a:r>
              <a:rPr lang="tr-TR" sz="2000" dirty="0" err="1"/>
              <a:t>Loss</a:t>
            </a:r>
            <a:endParaRPr lang="tr-T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 err="1"/>
              <a:t>Input</a:t>
            </a:r>
            <a:r>
              <a:rPr lang="tr-TR" sz="2000" b="1" dirty="0"/>
              <a:t> Size: </a:t>
            </a:r>
            <a:r>
              <a:rPr lang="tr-TR" sz="2000" dirty="0"/>
              <a:t>224x224 RGB</a:t>
            </a:r>
            <a:endParaRPr lang="tr-TR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/>
              <a:t>LR </a:t>
            </a:r>
            <a:r>
              <a:rPr lang="tr-TR" sz="2000" b="1" dirty="0" err="1"/>
              <a:t>Scheduling</a:t>
            </a:r>
            <a:r>
              <a:rPr lang="tr-TR" sz="2000" dirty="0"/>
              <a:t>: </a:t>
            </a:r>
            <a:r>
              <a:rPr lang="tr-TR" sz="2000" dirty="0" err="1"/>
              <a:t>Reducing</a:t>
            </a:r>
            <a:r>
              <a:rPr lang="tr-TR" sz="2000" dirty="0"/>
              <a:t> 10 </a:t>
            </a:r>
            <a:r>
              <a:rPr lang="tr-TR" sz="2000" dirty="0" err="1"/>
              <a:t>times</a:t>
            </a:r>
            <a:r>
              <a:rPr lang="tr-TR" sz="2000" dirty="0"/>
              <a:t> </a:t>
            </a:r>
            <a:r>
              <a:rPr lang="tr-TR" sz="2000" dirty="0" err="1"/>
              <a:t>when</a:t>
            </a:r>
            <a:r>
              <a:rPr lang="tr-TR" sz="2000" dirty="0"/>
              <a:t> </a:t>
            </a:r>
            <a:r>
              <a:rPr lang="tr-TR" sz="2000" dirty="0" err="1"/>
              <a:t>validation</a:t>
            </a:r>
            <a:r>
              <a:rPr lang="tr-TR" sz="2000" dirty="0"/>
              <a:t> </a:t>
            </a:r>
            <a:r>
              <a:rPr lang="tr-TR" sz="2000" dirty="0" err="1"/>
              <a:t>performance</a:t>
            </a:r>
            <a:r>
              <a:rPr lang="tr-TR" sz="2000" dirty="0"/>
              <a:t> </a:t>
            </a:r>
            <a:r>
              <a:rPr lang="tr-TR" sz="2000" dirty="0" err="1"/>
              <a:t>plateaus</a:t>
            </a:r>
            <a:endParaRPr lang="tr-TR" sz="2000" dirty="0"/>
          </a:p>
          <a:p>
            <a:endParaRPr lang="tr-TR" dirty="0"/>
          </a:p>
          <a:p>
            <a:endParaRPr lang="tr-TR" sz="2000" b="1" dirty="0"/>
          </a:p>
          <a:p>
            <a:endParaRPr lang="tr-TR" sz="2000" b="1" dirty="0"/>
          </a:p>
          <a:p>
            <a:endParaRPr lang="tr-TR" sz="2000" b="1" dirty="0"/>
          </a:p>
          <a:p>
            <a:r>
              <a:rPr lang="tr-TR" sz="2000" b="1" dirty="0"/>
              <a:t>Main </a:t>
            </a:r>
            <a:r>
              <a:rPr lang="tr-TR" sz="2000" b="1" dirty="0" err="1"/>
              <a:t>Flow</a:t>
            </a:r>
            <a:r>
              <a:rPr lang="tr-TR" sz="2000" b="1" dirty="0"/>
              <a:t>:													</a:t>
            </a:r>
            <a:r>
              <a:rPr lang="tr-TR" sz="1600" dirty="0"/>
              <a:t>(RL=</a:t>
            </a:r>
            <a:r>
              <a:rPr lang="tr-TR" sz="1600" dirty="0" err="1"/>
              <a:t>Residual</a:t>
            </a:r>
            <a:r>
              <a:rPr lang="tr-TR" sz="1600" dirty="0"/>
              <a:t> </a:t>
            </a:r>
            <a:r>
              <a:rPr lang="tr-TR" sz="1600" dirty="0" err="1"/>
              <a:t>Layer</a:t>
            </a:r>
            <a:r>
              <a:rPr lang="tr-TR" sz="1600" dirty="0"/>
              <a:t>,</a:t>
            </a:r>
          </a:p>
          <a:p>
            <a:r>
              <a:rPr lang="tr-TR" sz="1600" dirty="0"/>
              <a:t>															 MB=</a:t>
            </a:r>
            <a:r>
              <a:rPr lang="tr-TR" sz="1600" dirty="0" err="1"/>
              <a:t>Masking</a:t>
            </a:r>
            <a:r>
              <a:rPr lang="tr-TR" sz="1600" dirty="0"/>
              <a:t> </a:t>
            </a:r>
            <a:r>
              <a:rPr lang="tr-TR" sz="1600" dirty="0" err="1"/>
              <a:t>Block</a:t>
            </a:r>
            <a:r>
              <a:rPr lang="tr-TR" sz="1600" dirty="0"/>
              <a:t>)</a:t>
            </a:r>
          </a:p>
          <a:p>
            <a:endParaRPr lang="tr-TR" dirty="0"/>
          </a:p>
        </p:txBody>
      </p:sp>
      <p:pic>
        <p:nvPicPr>
          <p:cNvPr id="5" name="Picture 4" descr="A table with numbers and a number&#10;&#10;AI-generated content may be incorrect.">
            <a:extLst>
              <a:ext uri="{FF2B5EF4-FFF2-40B4-BE49-F238E27FC236}">
                <a16:creationId xmlns:a16="http://schemas.microsoft.com/office/drawing/2014/main" id="{BBE32015-F2D0-41CB-BA59-DDE76E6F3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535" y="3790741"/>
            <a:ext cx="5504520" cy="228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DA3BD5-82D8-C750-9654-E35D840EC5A3}"/>
              </a:ext>
            </a:extLst>
          </p:cNvPr>
          <p:cNvSpPr txBox="1"/>
          <p:nvPr/>
        </p:nvSpPr>
        <p:spPr>
          <a:xfrm>
            <a:off x="363794" y="294968"/>
            <a:ext cx="10697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 err="1"/>
              <a:t>Residual</a:t>
            </a:r>
            <a:r>
              <a:rPr lang="tr-TR" sz="3600" dirty="0"/>
              <a:t> </a:t>
            </a:r>
            <a:r>
              <a:rPr lang="tr-TR" sz="3600" dirty="0" err="1"/>
              <a:t>Masking</a:t>
            </a:r>
            <a:r>
              <a:rPr lang="tr-TR" sz="3600" dirty="0"/>
              <a:t> </a:t>
            </a:r>
            <a:r>
              <a:rPr lang="tr-TR" sz="3600" dirty="0" err="1"/>
              <a:t>Blocks</a:t>
            </a:r>
            <a:endParaRPr lang="tr-TR" sz="3600" dirty="0"/>
          </a:p>
        </p:txBody>
      </p:sp>
      <p:pic>
        <p:nvPicPr>
          <p:cNvPr id="5" name="Picture 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62672C30-5AEF-9EE7-20CF-53FD4E550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626" y="941299"/>
            <a:ext cx="9704748" cy="501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19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F6719-1BAB-7B9E-C35B-45C648A55E1C}"/>
              </a:ext>
            </a:extLst>
          </p:cNvPr>
          <p:cNvSpPr txBox="1"/>
          <p:nvPr/>
        </p:nvSpPr>
        <p:spPr>
          <a:xfrm>
            <a:off x="697441" y="546392"/>
            <a:ext cx="110330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300" dirty="0" err="1"/>
              <a:t>Hyperparameter</a:t>
            </a:r>
            <a:r>
              <a:rPr lang="tr-TR" sz="4300" dirty="0"/>
              <a:t> </a:t>
            </a:r>
            <a:r>
              <a:rPr lang="tr-TR" sz="4300" dirty="0" err="1"/>
              <a:t>Choices</a:t>
            </a:r>
            <a:endParaRPr lang="tr-TR" sz="43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8E8785-9CAC-12D5-2925-6263D3653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40546"/>
              </p:ext>
            </p:extLst>
          </p:nvPr>
        </p:nvGraphicFramePr>
        <p:xfrm>
          <a:off x="972745" y="1948180"/>
          <a:ext cx="479879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297">
                  <a:extLst>
                    <a:ext uri="{9D8B030D-6E8A-4147-A177-3AD203B41FA5}">
                      <a16:colId xmlns:a16="http://schemas.microsoft.com/office/drawing/2014/main" val="1853298400"/>
                    </a:ext>
                  </a:extLst>
                </a:gridCol>
                <a:gridCol w="2402493">
                  <a:extLst>
                    <a:ext uri="{9D8B030D-6E8A-4147-A177-3AD203B41FA5}">
                      <a16:colId xmlns:a16="http://schemas.microsoft.com/office/drawing/2014/main" val="351114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Hyperparameter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05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0.0001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690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818667"/>
                  </a:ext>
                </a:extLst>
              </a:tr>
              <a:tr h="357894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Weight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Decay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030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Batch</a:t>
                      </a:r>
                      <a:r>
                        <a:rPr lang="tr-TR" dirty="0"/>
                        <a:t>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62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Max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Epoch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Number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68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Plateau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Patience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62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Max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Plateau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Count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9919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F9492B-774D-D711-40C3-2417A544AEC1}"/>
              </a:ext>
            </a:extLst>
          </p:cNvPr>
          <p:cNvSpPr txBox="1"/>
          <p:nvPr/>
        </p:nvSpPr>
        <p:spPr>
          <a:xfrm>
            <a:off x="6213987" y="1948180"/>
            <a:ext cx="50052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sz="2000" dirty="0"/>
              <a:t>Model </a:t>
            </a:r>
            <a:r>
              <a:rPr lang="tr-TR" sz="2000" dirty="0" err="1"/>
              <a:t>also</a:t>
            </a:r>
            <a:r>
              <a:rPr lang="tr-TR" sz="2000" dirty="0"/>
              <a:t> </a:t>
            </a:r>
            <a:r>
              <a:rPr lang="tr-TR" sz="2000" dirty="0" err="1"/>
              <a:t>resizes</a:t>
            </a:r>
            <a:r>
              <a:rPr lang="tr-TR" sz="2000" dirty="0"/>
              <a:t> </a:t>
            </a:r>
            <a:r>
              <a:rPr lang="tr-TR" sz="2000" dirty="0" err="1"/>
              <a:t>inputs</a:t>
            </a:r>
            <a:r>
              <a:rPr lang="tr-TR" sz="2000" dirty="0"/>
              <a:t> </a:t>
            </a:r>
            <a:r>
              <a:rPr lang="tr-TR" sz="2000" dirty="0" err="1"/>
              <a:t>into</a:t>
            </a:r>
            <a:r>
              <a:rPr lang="tr-TR" sz="2000" dirty="0"/>
              <a:t> 224x224 RGB </a:t>
            </a:r>
            <a:r>
              <a:rPr lang="tr-TR" sz="2000" dirty="0" err="1"/>
              <a:t>to</a:t>
            </a:r>
            <a:r>
              <a:rPr lang="tr-TR" sz="2000" dirty="0"/>
              <a:t> </a:t>
            </a:r>
            <a:r>
              <a:rPr lang="tr-TR" sz="2000" dirty="0" err="1"/>
              <a:t>match</a:t>
            </a:r>
            <a:r>
              <a:rPr lang="tr-TR" sz="2000" dirty="0"/>
              <a:t> </a:t>
            </a:r>
            <a:r>
              <a:rPr lang="tr-TR" sz="2000" dirty="0" err="1"/>
              <a:t>backbones</a:t>
            </a:r>
            <a:r>
              <a:rPr lang="tr-TR" sz="2000" dirty="0"/>
              <a:t> </a:t>
            </a:r>
            <a:r>
              <a:rPr lang="tr-TR" sz="2000" dirty="0" err="1"/>
              <a:t>that</a:t>
            </a:r>
            <a:r>
              <a:rPr lang="tr-TR" sz="2000" dirty="0"/>
              <a:t> </a:t>
            </a:r>
            <a:r>
              <a:rPr lang="tr-TR" sz="2000" dirty="0" err="1"/>
              <a:t>are</a:t>
            </a:r>
            <a:r>
              <a:rPr lang="tr-TR" sz="2000" dirty="0"/>
              <a:t> </a:t>
            </a:r>
            <a:r>
              <a:rPr lang="tr-TR" sz="2000" dirty="0" err="1"/>
              <a:t>pretrained</a:t>
            </a:r>
            <a:r>
              <a:rPr lang="tr-TR" sz="2000" dirty="0"/>
              <a:t> </a:t>
            </a:r>
            <a:r>
              <a:rPr lang="tr-TR" sz="2000" dirty="0" err="1"/>
              <a:t>with</a:t>
            </a:r>
            <a:r>
              <a:rPr lang="tr-TR" sz="2000" dirty="0"/>
              <a:t> </a:t>
            </a:r>
            <a:r>
              <a:rPr lang="tr-TR" sz="2000" dirty="0" err="1"/>
              <a:t>ImageNet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018893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5D62-51B5-B76E-8373-D2C45455596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5476" y="387390"/>
            <a:ext cx="11835013" cy="803275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tx1"/>
                </a:solidFill>
              </a:rPr>
              <a:t>FER2013</a:t>
            </a:r>
            <a:r>
              <a:rPr lang="tr-TR" b="1" dirty="0"/>
              <a:t> </a:t>
            </a:r>
            <a:r>
              <a:rPr lang="tr-TR" b="1" dirty="0" err="1">
                <a:solidFill>
                  <a:schemeClr val="tx1"/>
                </a:solidFill>
              </a:rPr>
              <a:t>Dataset</a:t>
            </a:r>
            <a:r>
              <a:rPr lang="tr-TR" b="1" dirty="0"/>
              <a:t>  </a:t>
            </a:r>
            <a:r>
              <a:rPr lang="tr-TR" dirty="0"/>
              <a:t>-  </a:t>
            </a:r>
            <a:r>
              <a:rPr lang="tr-TR" sz="2700" dirty="0"/>
              <a:t>https://www.kaggle.com/datasets/msambare/fer2013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22E28-C73D-5381-2026-5914DFE51036}"/>
              </a:ext>
            </a:extLst>
          </p:cNvPr>
          <p:cNvSpPr txBox="1"/>
          <p:nvPr/>
        </p:nvSpPr>
        <p:spPr>
          <a:xfrm>
            <a:off x="445476" y="1812325"/>
            <a:ext cx="107927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200" b="1" dirty="0"/>
              <a:t>Total </a:t>
            </a:r>
            <a:r>
              <a:rPr lang="tr-TR" sz="2200" b="1" dirty="0" err="1"/>
              <a:t>images</a:t>
            </a:r>
            <a:r>
              <a:rPr lang="tr-TR" sz="2200" dirty="0"/>
              <a:t>: 35.887 </a:t>
            </a:r>
            <a:r>
              <a:rPr lang="tr-TR" sz="2200" dirty="0" err="1"/>
              <a:t>samples</a:t>
            </a:r>
            <a:endParaRPr lang="tr-TR" sz="2200" dirty="0"/>
          </a:p>
          <a:p>
            <a:r>
              <a:rPr lang="tr-TR" sz="2200" b="1" dirty="0"/>
              <a:t>Image size</a:t>
            </a:r>
            <a:r>
              <a:rPr lang="tr-TR" sz="2200" dirty="0"/>
              <a:t>: 48x48 </a:t>
            </a:r>
            <a:r>
              <a:rPr lang="tr-TR" sz="2200" dirty="0" err="1"/>
              <a:t>pixels</a:t>
            </a:r>
            <a:endParaRPr lang="tr-TR" sz="2200" dirty="0"/>
          </a:p>
          <a:p>
            <a:r>
              <a:rPr lang="tr-TR" sz="2200" b="1" dirty="0" err="1"/>
              <a:t>Color</a:t>
            </a:r>
            <a:r>
              <a:rPr lang="tr-TR" sz="2200" b="1" dirty="0"/>
              <a:t> format</a:t>
            </a:r>
            <a:r>
              <a:rPr lang="tr-TR" sz="2200" dirty="0"/>
              <a:t>: </a:t>
            </a:r>
            <a:r>
              <a:rPr lang="tr-TR" sz="2200" dirty="0" err="1"/>
              <a:t>Grayscale</a:t>
            </a:r>
            <a:r>
              <a:rPr lang="tr-TR" sz="2200" dirty="0"/>
              <a:t> (1 </a:t>
            </a:r>
            <a:r>
              <a:rPr lang="tr-TR" sz="2200" dirty="0" err="1"/>
              <a:t>channel</a:t>
            </a:r>
            <a:r>
              <a:rPr lang="tr-TR" sz="2200" dirty="0"/>
              <a:t>)</a:t>
            </a:r>
          </a:p>
          <a:p>
            <a:r>
              <a:rPr lang="tr-TR" sz="2200" b="1" dirty="0" err="1"/>
              <a:t>Labels</a:t>
            </a:r>
            <a:r>
              <a:rPr lang="tr-TR" sz="2200" dirty="0"/>
              <a:t>: 7 </a:t>
            </a:r>
            <a:r>
              <a:rPr lang="tr-TR" sz="2200" dirty="0" err="1"/>
              <a:t>emotional</a:t>
            </a:r>
            <a:r>
              <a:rPr lang="tr-TR" sz="2200" dirty="0"/>
              <a:t> </a:t>
            </a:r>
            <a:r>
              <a:rPr lang="tr-TR" sz="2200" dirty="0" err="1"/>
              <a:t>classes</a:t>
            </a:r>
            <a:endParaRPr lang="tr-TR" sz="2200" dirty="0"/>
          </a:p>
          <a:p>
            <a:endParaRPr lang="tr-TR" sz="2200" dirty="0"/>
          </a:p>
          <a:p>
            <a:r>
              <a:rPr lang="tr-TR" sz="2200" b="1" dirty="0" err="1"/>
              <a:t>Dataset</a:t>
            </a:r>
            <a:r>
              <a:rPr lang="tr-TR" sz="2200" b="1" dirty="0"/>
              <a:t> </a:t>
            </a:r>
            <a:r>
              <a:rPr lang="tr-TR" sz="2200" b="1" dirty="0" err="1"/>
              <a:t>Split</a:t>
            </a:r>
            <a:r>
              <a:rPr lang="tr-TR" sz="2200" dirty="0"/>
              <a:t>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182821B-84BF-121F-B72F-F7E1FCEED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770211"/>
              </p:ext>
            </p:extLst>
          </p:nvPr>
        </p:nvGraphicFramePr>
        <p:xfrm>
          <a:off x="2298982" y="3301066"/>
          <a:ext cx="8127999" cy="1177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141275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727357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86571752"/>
                    </a:ext>
                  </a:extLst>
                </a:gridCol>
              </a:tblGrid>
              <a:tr h="319151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Train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Validation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332152"/>
                  </a:ext>
                </a:extLst>
              </a:tr>
              <a:tr h="319151">
                <a:tc>
                  <a:txBody>
                    <a:bodyPr/>
                    <a:lstStyle/>
                    <a:p>
                      <a:pPr algn="ctr"/>
                      <a:r>
                        <a:rPr lang="tr-TR" i="0" dirty="0"/>
                        <a:t>%80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%10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%10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380322"/>
                  </a:ext>
                </a:extLst>
              </a:tr>
              <a:tr h="445818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28.709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3.589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3.589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104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496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437E5F-16B1-A501-176E-AE5796FC496B}"/>
              </a:ext>
            </a:extLst>
          </p:cNvPr>
          <p:cNvSpPr txBox="1"/>
          <p:nvPr/>
        </p:nvSpPr>
        <p:spPr>
          <a:xfrm>
            <a:off x="398206" y="393290"/>
            <a:ext cx="11395587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300" dirty="0" err="1"/>
              <a:t>Emotional</a:t>
            </a:r>
            <a:r>
              <a:rPr lang="tr-TR" sz="4300" dirty="0"/>
              <a:t> </a:t>
            </a:r>
            <a:r>
              <a:rPr lang="tr-TR" sz="4300" dirty="0" err="1"/>
              <a:t>Classes</a:t>
            </a:r>
            <a:endParaRPr lang="tr-TR" sz="43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2C23D4-BF2A-018F-7375-0F700B4C4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541175"/>
              </p:ext>
            </p:extLst>
          </p:nvPr>
        </p:nvGraphicFramePr>
        <p:xfrm>
          <a:off x="398206" y="1950720"/>
          <a:ext cx="4508092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046">
                  <a:extLst>
                    <a:ext uri="{9D8B030D-6E8A-4147-A177-3AD203B41FA5}">
                      <a16:colId xmlns:a16="http://schemas.microsoft.com/office/drawing/2014/main" val="3684879507"/>
                    </a:ext>
                  </a:extLst>
                </a:gridCol>
                <a:gridCol w="2254046">
                  <a:extLst>
                    <a:ext uri="{9D8B030D-6E8A-4147-A177-3AD203B41FA5}">
                      <a16:colId xmlns:a16="http://schemas.microsoft.com/office/drawing/2014/main" val="770520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Sample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382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Angry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4.977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04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Disgust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546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28676"/>
                  </a:ext>
                </a:extLst>
              </a:tr>
              <a:tr h="357622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Fear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5.153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992059"/>
                  </a:ext>
                </a:extLst>
              </a:tr>
              <a:tr h="357622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Happy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8.973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35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6.018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90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Surprised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4.003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687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Neutral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6.217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38048"/>
                  </a:ext>
                </a:extLst>
              </a:tr>
            </a:tbl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C30C145B-0BF3-DE60-A4C8-38463E112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992" y="1818435"/>
            <a:ext cx="5771191" cy="322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46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ECE97E-F4E7-FC84-6814-4F49C0089162}"/>
              </a:ext>
            </a:extLst>
          </p:cNvPr>
          <p:cNvSpPr txBox="1"/>
          <p:nvPr/>
        </p:nvSpPr>
        <p:spPr>
          <a:xfrm>
            <a:off x="363793" y="442451"/>
            <a:ext cx="10205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400" dirty="0" err="1"/>
              <a:t>Issues</a:t>
            </a:r>
            <a:r>
              <a:rPr lang="tr-TR" sz="4400" dirty="0"/>
              <a:t> of </a:t>
            </a:r>
            <a:r>
              <a:rPr lang="tr-TR" sz="4400" dirty="0" err="1"/>
              <a:t>the</a:t>
            </a:r>
            <a:r>
              <a:rPr lang="tr-TR" sz="4400" dirty="0"/>
              <a:t> </a:t>
            </a:r>
            <a:r>
              <a:rPr lang="tr-TR" sz="4400" dirty="0" err="1"/>
              <a:t>Dataset</a:t>
            </a:r>
            <a:endParaRPr lang="tr-TR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5BAE7-6F1E-904C-0DC7-C89961673DA3}"/>
              </a:ext>
            </a:extLst>
          </p:cNvPr>
          <p:cNvSpPr txBox="1"/>
          <p:nvPr/>
        </p:nvSpPr>
        <p:spPr>
          <a:xfrm>
            <a:off x="678425" y="1951672"/>
            <a:ext cx="10835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Low</a:t>
            </a:r>
            <a:r>
              <a:rPr lang="tr-TR" dirty="0"/>
              <a:t> </a:t>
            </a:r>
            <a:r>
              <a:rPr lang="tr-TR" dirty="0" err="1"/>
              <a:t>Resolution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Grayscaled</a:t>
            </a:r>
            <a:r>
              <a:rPr lang="tr-TR" dirty="0"/>
              <a:t> </a:t>
            </a:r>
            <a:r>
              <a:rPr lang="tr-TR" dirty="0" err="1"/>
              <a:t>samples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Ambiguous</a:t>
            </a:r>
            <a:r>
              <a:rPr lang="tr-TR" dirty="0"/>
              <a:t> </a:t>
            </a:r>
            <a:r>
              <a:rPr lang="tr-TR" dirty="0" err="1"/>
              <a:t>expressions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/>
              <a:t>Imbalanced</a:t>
            </a:r>
            <a:r>
              <a:rPr lang="tr-TR" b="1" dirty="0"/>
              <a:t> </a:t>
            </a:r>
            <a:r>
              <a:rPr lang="tr-TR" b="1" dirty="0" err="1"/>
              <a:t>sample</a:t>
            </a:r>
            <a:r>
              <a:rPr lang="tr-TR" b="1" dirty="0"/>
              <a:t> </a:t>
            </a:r>
            <a:r>
              <a:rPr lang="tr-TR" b="1" dirty="0" err="1"/>
              <a:t>distribution</a:t>
            </a:r>
            <a:endParaRPr lang="tr-TR" b="1" dirty="0"/>
          </a:p>
          <a:p>
            <a:endParaRPr lang="tr-TR" b="1" dirty="0"/>
          </a:p>
          <a:p>
            <a:endParaRPr lang="tr-TR" dirty="0"/>
          </a:p>
        </p:txBody>
      </p:sp>
      <p:pic>
        <p:nvPicPr>
          <p:cNvPr id="5" name="Picture 4" descr="A collage of people with different facial expressions&#10;&#10;AI-generated content may be incorrect.">
            <a:extLst>
              <a:ext uri="{FF2B5EF4-FFF2-40B4-BE49-F238E27FC236}">
                <a16:creationId xmlns:a16="http://schemas.microsoft.com/office/drawing/2014/main" id="{0E15FDC2-A173-9CE2-6D1E-C6F8A6B87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851" y="1835864"/>
            <a:ext cx="5160834" cy="1985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7FA438-1EAC-7E67-C3AB-403E467B6A73}"/>
              </a:ext>
            </a:extLst>
          </p:cNvPr>
          <p:cNvSpPr txBox="1"/>
          <p:nvPr/>
        </p:nvSpPr>
        <p:spPr>
          <a:xfrm>
            <a:off x="678425" y="4099920"/>
            <a:ext cx="8169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b="1" dirty="0" err="1"/>
              <a:t>Imbalanced</a:t>
            </a:r>
            <a:r>
              <a:rPr lang="tr-TR" b="1" dirty="0"/>
              <a:t> </a:t>
            </a:r>
            <a:r>
              <a:rPr lang="tr-TR" b="1" dirty="0" err="1"/>
              <a:t>sample</a:t>
            </a:r>
            <a:r>
              <a:rPr lang="tr-TR" b="1" dirty="0"/>
              <a:t> </a:t>
            </a:r>
            <a:r>
              <a:rPr lang="tr-TR" b="1" dirty="0" err="1"/>
              <a:t>distribution</a:t>
            </a:r>
            <a:r>
              <a:rPr lang="tr-TR" dirty="0"/>
              <a:t>, </a:t>
            </a:r>
            <a:r>
              <a:rPr lang="tr-TR" dirty="0" err="1"/>
              <a:t>causes</a:t>
            </a:r>
            <a:r>
              <a:rPr lang="tr-TR" dirty="0"/>
              <a:t> model </a:t>
            </a:r>
            <a:r>
              <a:rPr lang="tr-TR" dirty="0" err="1"/>
              <a:t>to</a:t>
            </a:r>
            <a:r>
              <a:rPr lang="tr-TR" dirty="0"/>
              <a:t> be </a:t>
            </a:r>
            <a:r>
              <a:rPr lang="tr-TR" dirty="0" err="1"/>
              <a:t>dominated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majority</a:t>
            </a:r>
            <a:r>
              <a:rPr lang="tr-TR" dirty="0"/>
              <a:t> </a:t>
            </a:r>
            <a:r>
              <a:rPr lang="tr-TR" dirty="0" err="1"/>
              <a:t>classes</a:t>
            </a:r>
            <a:r>
              <a:rPr lang="tr-TR" dirty="0"/>
              <a:t>, </a:t>
            </a:r>
            <a:r>
              <a:rPr lang="tr-TR" dirty="0" err="1"/>
              <a:t>especially</a:t>
            </a:r>
            <a:r>
              <a:rPr lang="tr-TR" dirty="0"/>
              <a:t> in </a:t>
            </a:r>
            <a:r>
              <a:rPr lang="tr-TR" dirty="0" err="1"/>
              <a:t>training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,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influences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result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doesn’t</a:t>
            </a:r>
            <a:r>
              <a:rPr lang="tr-TR" dirty="0"/>
              <a:t> </a:t>
            </a:r>
            <a:r>
              <a:rPr lang="tr-TR" dirty="0" err="1"/>
              <a:t>correctly</a:t>
            </a:r>
            <a:r>
              <a:rPr lang="tr-TR" dirty="0"/>
              <a:t> </a:t>
            </a:r>
            <a:r>
              <a:rPr lang="tr-TR" dirty="0" err="1"/>
              <a:t>reflect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 of </a:t>
            </a:r>
            <a:r>
              <a:rPr lang="tr-TR" dirty="0" err="1"/>
              <a:t>minority</a:t>
            </a:r>
            <a:r>
              <a:rPr lang="tr-TR" dirty="0"/>
              <a:t> </a:t>
            </a:r>
            <a:r>
              <a:rPr lang="tr-TR" dirty="0" err="1"/>
              <a:t>classes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5086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40247A-485F-331C-6665-3A9CB82E2FDF}"/>
              </a:ext>
            </a:extLst>
          </p:cNvPr>
          <p:cNvSpPr txBox="1"/>
          <p:nvPr/>
        </p:nvSpPr>
        <p:spPr>
          <a:xfrm>
            <a:off x="412955" y="37147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 err="1"/>
              <a:t>Weighted</a:t>
            </a:r>
            <a:r>
              <a:rPr lang="tr-TR" sz="3600" dirty="0"/>
              <a:t> Cross-</a:t>
            </a:r>
            <a:r>
              <a:rPr lang="tr-TR" sz="3600" dirty="0" err="1"/>
              <a:t>Entropy</a:t>
            </a:r>
            <a:r>
              <a:rPr lang="tr-TR" sz="3600" dirty="0"/>
              <a:t> </a:t>
            </a:r>
            <a:r>
              <a:rPr lang="tr-TR" sz="3600" dirty="0" err="1"/>
              <a:t>Loss</a:t>
            </a:r>
            <a:endParaRPr lang="tr-TR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14A97-AC94-9569-C0D5-D19EF712E18E}"/>
              </a:ext>
            </a:extLst>
          </p:cNvPr>
          <p:cNvSpPr txBox="1"/>
          <p:nvPr/>
        </p:nvSpPr>
        <p:spPr>
          <a:xfrm>
            <a:off x="530942" y="1297858"/>
            <a:ext cx="1082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difference</a:t>
            </a:r>
            <a:r>
              <a:rPr lang="tr-TR" dirty="0"/>
              <a:t> of </a:t>
            </a:r>
            <a:r>
              <a:rPr lang="tr-TR" dirty="0" err="1"/>
              <a:t>Weighted</a:t>
            </a:r>
            <a:r>
              <a:rPr lang="tr-TR" dirty="0"/>
              <a:t> CE </a:t>
            </a:r>
            <a:r>
              <a:rPr lang="tr-TR" dirty="0" err="1"/>
              <a:t>loss</a:t>
            </a:r>
            <a:r>
              <a:rPr lang="tr-TR" dirty="0"/>
              <a:t> is it </a:t>
            </a:r>
            <a:r>
              <a:rPr lang="tr-TR" dirty="0" err="1"/>
              <a:t>assigns</a:t>
            </a:r>
            <a:r>
              <a:rPr lang="tr-TR" dirty="0"/>
              <a:t> </a:t>
            </a:r>
            <a:r>
              <a:rPr lang="tr-TR" dirty="0" err="1"/>
              <a:t>weights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adjust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impact</a:t>
            </a:r>
            <a:r>
              <a:rPr lang="tr-TR" dirty="0"/>
              <a:t> on </a:t>
            </a:r>
            <a:r>
              <a:rPr lang="tr-TR" dirty="0" err="1"/>
              <a:t>training</a:t>
            </a:r>
            <a:r>
              <a:rPr lang="tr-TR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8A1E44-1EAE-54C8-E33D-840C49A7D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173941"/>
              </p:ext>
            </p:extLst>
          </p:nvPr>
        </p:nvGraphicFramePr>
        <p:xfrm>
          <a:off x="619432" y="1945640"/>
          <a:ext cx="297917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878">
                  <a:extLst>
                    <a:ext uri="{9D8B030D-6E8A-4147-A177-3AD203B41FA5}">
                      <a16:colId xmlns:a16="http://schemas.microsoft.com/office/drawing/2014/main" val="952299480"/>
                    </a:ext>
                  </a:extLst>
                </a:gridCol>
                <a:gridCol w="845574">
                  <a:extLst>
                    <a:ext uri="{9D8B030D-6E8A-4147-A177-3AD203B41FA5}">
                      <a16:colId xmlns:a16="http://schemas.microsoft.com/office/drawing/2014/main" val="2728713317"/>
                    </a:ext>
                  </a:extLst>
                </a:gridCol>
                <a:gridCol w="1012721">
                  <a:extLst>
                    <a:ext uri="{9D8B030D-6E8A-4147-A177-3AD203B41FA5}">
                      <a16:colId xmlns:a16="http://schemas.microsoft.com/office/drawing/2014/main" val="4147711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Weight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004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Angry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4.977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1.0266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17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Disgust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9.4066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28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Fear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5.153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1.0010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022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Happy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8.973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0.5684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03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6.018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0.8491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61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Surprised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1.2934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54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Neutral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6.217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0.8260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6074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700DCF-CB65-03EB-BEF6-00A14471211D}"/>
              </a:ext>
            </a:extLst>
          </p:cNvPr>
          <p:cNvSpPr txBox="1"/>
          <p:nvPr/>
        </p:nvSpPr>
        <p:spPr>
          <a:xfrm>
            <a:off x="4345857" y="2054942"/>
            <a:ext cx="708905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Weights</a:t>
            </a:r>
            <a:r>
              <a:rPr lang="tr-TR" dirty="0"/>
              <a:t>, </a:t>
            </a:r>
            <a:r>
              <a:rPr lang="tr-TR" dirty="0" err="1"/>
              <a:t>which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derived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inverse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frequency</a:t>
            </a:r>
            <a:r>
              <a:rPr lang="tr-TR" dirty="0"/>
              <a:t>, </a:t>
            </a:r>
            <a:r>
              <a:rPr lang="tr-TR" dirty="0" err="1"/>
              <a:t>allows</a:t>
            </a:r>
            <a:r>
              <a:rPr lang="tr-TR" dirty="0"/>
              <a:t> model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learn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fairly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balanced</a:t>
            </a:r>
            <a:r>
              <a:rPr lang="tr-TR" dirty="0"/>
              <a:t>.</a:t>
            </a:r>
          </a:p>
          <a:p>
            <a:endParaRPr lang="tr-TR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b="1" dirty="0" err="1"/>
              <a:t>Trade-off</a:t>
            </a:r>
            <a:endParaRPr lang="tr-TR" b="1" dirty="0"/>
          </a:p>
          <a:p>
            <a:r>
              <a:rPr lang="tr-TR" dirty="0"/>
              <a:t>	</a:t>
            </a:r>
            <a:r>
              <a:rPr lang="tr-TR" dirty="0" err="1"/>
              <a:t>Due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weights</a:t>
            </a:r>
            <a:r>
              <a:rPr lang="tr-TR" dirty="0"/>
              <a:t>, </a:t>
            </a:r>
            <a:r>
              <a:rPr lang="tr-TR" dirty="0" err="1"/>
              <a:t>minor</a:t>
            </a:r>
            <a:r>
              <a:rPr lang="tr-TR" dirty="0"/>
              <a:t> </a:t>
            </a:r>
            <a:r>
              <a:rPr lang="tr-TR" dirty="0" err="1"/>
              <a:t>classes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expected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perform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. On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other</a:t>
            </a:r>
            <a:r>
              <a:rPr lang="tr-TR" dirty="0"/>
              <a:t> </a:t>
            </a:r>
            <a:r>
              <a:rPr lang="tr-TR" dirty="0" err="1"/>
              <a:t>hand</a:t>
            </a:r>
            <a:r>
              <a:rPr lang="tr-TR" dirty="0"/>
              <a:t>, </a:t>
            </a:r>
            <a:r>
              <a:rPr lang="tr-TR" dirty="0" err="1"/>
              <a:t>domination</a:t>
            </a:r>
            <a:r>
              <a:rPr lang="tr-TR" dirty="0"/>
              <a:t> of </a:t>
            </a:r>
            <a:r>
              <a:rPr lang="tr-TR" dirty="0" err="1"/>
              <a:t>majority</a:t>
            </a:r>
            <a:r>
              <a:rPr lang="tr-TR" dirty="0"/>
              <a:t> </a:t>
            </a:r>
            <a:r>
              <a:rPr lang="tr-TR" dirty="0" err="1"/>
              <a:t>classes</a:t>
            </a:r>
            <a:r>
              <a:rPr lang="tr-TR" dirty="0"/>
              <a:t> </a:t>
            </a:r>
            <a:r>
              <a:rPr lang="tr-TR" dirty="0" err="1"/>
              <a:t>would</a:t>
            </a:r>
            <a:r>
              <a:rPr lang="tr-TR" dirty="0"/>
              <a:t> be </a:t>
            </a:r>
            <a:r>
              <a:rPr lang="tr-TR" dirty="0" err="1"/>
              <a:t>reduced</a:t>
            </a:r>
            <a:r>
              <a:rPr lang="tr-TR" dirty="0"/>
              <a:t>. </a:t>
            </a:r>
            <a:r>
              <a:rPr lang="tr-TR" dirty="0" err="1"/>
              <a:t>Therefore</a:t>
            </a:r>
            <a:r>
              <a:rPr lang="tr-TR" dirty="0"/>
              <a:t>, </a:t>
            </a:r>
            <a:r>
              <a:rPr lang="tr-TR" dirty="0" err="1"/>
              <a:t>slight</a:t>
            </a:r>
            <a:r>
              <a:rPr lang="tr-TR" dirty="0"/>
              <a:t> </a:t>
            </a:r>
            <a:r>
              <a:rPr lang="tr-TR" dirty="0" err="1"/>
              <a:t>decreases</a:t>
            </a:r>
            <a:r>
              <a:rPr lang="tr-TR" dirty="0"/>
              <a:t> in </a:t>
            </a:r>
            <a:r>
              <a:rPr lang="tr-TR" dirty="0" err="1"/>
              <a:t>majority</a:t>
            </a:r>
            <a:r>
              <a:rPr lang="tr-TR" dirty="0"/>
              <a:t> </a:t>
            </a:r>
            <a:r>
              <a:rPr lang="tr-TR" dirty="0" err="1"/>
              <a:t>classes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expected</a:t>
            </a:r>
            <a:r>
              <a:rPr lang="tr-TR" dirty="0"/>
              <a:t>.</a:t>
            </a:r>
          </a:p>
          <a:p>
            <a:r>
              <a:rPr lang="tr-TR" dirty="0"/>
              <a:t>	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trade-off</a:t>
            </a:r>
            <a:r>
              <a:rPr lang="tr-TR" dirty="0"/>
              <a:t> </a:t>
            </a:r>
            <a:r>
              <a:rPr lang="tr-TR" dirty="0" err="1"/>
              <a:t>might</a:t>
            </a:r>
            <a:r>
              <a:rPr lang="tr-TR" dirty="0"/>
              <a:t> </a:t>
            </a:r>
            <a:r>
              <a:rPr lang="tr-TR" dirty="0" err="1"/>
              <a:t>even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effects</a:t>
            </a:r>
            <a:r>
              <a:rPr lang="tr-TR" dirty="0"/>
              <a:t> on </a:t>
            </a:r>
            <a:r>
              <a:rPr lang="tr-TR" dirty="0" err="1"/>
              <a:t>overall</a:t>
            </a:r>
            <a:r>
              <a:rPr lang="tr-TR" dirty="0"/>
              <a:t> </a:t>
            </a:r>
            <a:r>
              <a:rPr lang="tr-TR" dirty="0" err="1"/>
              <a:t>accuracy</a:t>
            </a:r>
            <a:r>
              <a:rPr lang="tr-TR" dirty="0"/>
              <a:t>.</a:t>
            </a:r>
          </a:p>
          <a:p>
            <a:endParaRPr lang="tr-T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b="1" dirty="0" err="1"/>
              <a:t>Motivation</a:t>
            </a:r>
            <a:endParaRPr lang="tr-TR" b="1" dirty="0"/>
          </a:p>
          <a:p>
            <a:r>
              <a:rPr lang="tr-TR" dirty="0"/>
              <a:t>	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making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change</a:t>
            </a:r>
            <a:r>
              <a:rPr lang="tr-TR" dirty="0"/>
              <a:t>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accepted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possible</a:t>
            </a:r>
            <a:r>
              <a:rPr lang="tr-TR" dirty="0"/>
              <a:t> </a:t>
            </a:r>
            <a:r>
              <a:rPr lang="tr-TR" dirty="0" err="1"/>
              <a:t>decrease</a:t>
            </a:r>
            <a:r>
              <a:rPr lang="tr-TR" dirty="0"/>
              <a:t> in </a:t>
            </a:r>
            <a:r>
              <a:rPr lang="tr-TR" dirty="0" err="1"/>
              <a:t>accuracy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sake</a:t>
            </a:r>
            <a:r>
              <a:rPr lang="tr-TR" dirty="0"/>
              <a:t> of </a:t>
            </a:r>
            <a:r>
              <a:rPr lang="tr-TR" dirty="0" err="1"/>
              <a:t>achieving</a:t>
            </a:r>
            <a:r>
              <a:rPr lang="tr-TR" dirty="0"/>
              <a:t> a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balanced</a:t>
            </a:r>
            <a:r>
              <a:rPr lang="tr-TR" dirty="0"/>
              <a:t> model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performs</a:t>
            </a:r>
            <a:r>
              <a:rPr lang="tr-TR" dirty="0"/>
              <a:t> </a:t>
            </a:r>
            <a:r>
              <a:rPr lang="tr-TR" dirty="0" err="1"/>
              <a:t>fairly</a:t>
            </a:r>
            <a:r>
              <a:rPr lang="tr-TR" dirty="0"/>
              <a:t> in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adapted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 </a:t>
            </a:r>
            <a:r>
              <a:rPr lang="tr-TR" dirty="0" err="1"/>
              <a:t>world</a:t>
            </a:r>
            <a:r>
              <a:rPr lang="tr-TR" dirty="0"/>
              <a:t> </a:t>
            </a:r>
            <a:r>
              <a:rPr lang="tr-TR" dirty="0" err="1"/>
              <a:t>situations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564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A0A1DEB-D8B2-4267-B1E3-DF9903353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039821-71E6-4D14-A6A3-00E34004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43B04F-B5E0-41BD-BEEA-A4E6B79F2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3504CB71-DB57-2E49-5C37-E0666049F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" b="4294"/>
          <a:stretch>
            <a:fillRect/>
          </a:stretch>
        </p:blipFill>
        <p:spPr>
          <a:xfrm>
            <a:off x="1440410" y="1405362"/>
            <a:ext cx="3982257" cy="4047275"/>
          </a:xfrm>
          <a:prstGeom prst="rect">
            <a:avLst/>
          </a:prstGeom>
        </p:spPr>
      </p:pic>
      <p:pic>
        <p:nvPicPr>
          <p:cNvPr id="7" name="Picture 6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079475B4-B006-8349-13A6-5C9CE2FBA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6754"/>
          <a:stretch>
            <a:fillRect/>
          </a:stretch>
        </p:blipFill>
        <p:spPr>
          <a:xfrm>
            <a:off x="6769333" y="1405362"/>
            <a:ext cx="3982257" cy="4047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7254DE-71A2-9982-4D58-437B66C6BBF4}"/>
              </a:ext>
            </a:extLst>
          </p:cNvPr>
          <p:cNvSpPr txBox="1"/>
          <p:nvPr/>
        </p:nvSpPr>
        <p:spPr>
          <a:xfrm>
            <a:off x="3609033" y="882142"/>
            <a:ext cx="4973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dirty="0" err="1"/>
              <a:t>Overall</a:t>
            </a:r>
            <a:r>
              <a:rPr lang="tr-TR" sz="2800" dirty="0"/>
              <a:t> </a:t>
            </a:r>
            <a:r>
              <a:rPr lang="tr-TR" sz="2800" dirty="0" err="1"/>
              <a:t>Results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3117839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BA5665-9598-4383-8F19-52182CBB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777A6-9696-47DF-BA90-40895EFCE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05B094-D180-41FA-B209-8388E9F7D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C2C25D87-F885-5C4A-4832-3DD597121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010" y="1224492"/>
            <a:ext cx="3834380" cy="4409016"/>
          </a:xfrm>
          <a:prstGeom prst="rect">
            <a:avLst/>
          </a:prstGeom>
        </p:spPr>
      </p:pic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3F6A7DDF-B7A0-A2F0-315B-34D7E08EA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139" y="1224492"/>
            <a:ext cx="3895853" cy="44090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5D7A40-57B5-E871-3192-A8B0CC2B0BF8}"/>
              </a:ext>
            </a:extLst>
          </p:cNvPr>
          <p:cNvSpPr txBox="1"/>
          <p:nvPr/>
        </p:nvSpPr>
        <p:spPr>
          <a:xfrm>
            <a:off x="3484963" y="701272"/>
            <a:ext cx="5245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dirty="0" err="1"/>
              <a:t>Loss</a:t>
            </a:r>
            <a:r>
              <a:rPr lang="tr-TR" sz="2800" dirty="0"/>
              <a:t> </a:t>
            </a:r>
            <a:r>
              <a:rPr lang="tr-TR" sz="2800" dirty="0" err="1"/>
              <a:t>Curves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3757061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A0A1DEB-D8B2-4267-B1E3-DF9903353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039821-71E6-4D14-A6A3-00E34004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43B04F-B5E0-41BD-BEEA-A4E6B79F2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53C74CA0-C326-CEFF-2828-B8DFE050F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84" r="1" b="1"/>
          <a:stretch>
            <a:fillRect/>
          </a:stretch>
        </p:blipFill>
        <p:spPr>
          <a:xfrm>
            <a:off x="1450243" y="1480724"/>
            <a:ext cx="3833953" cy="3896550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C767B86A-41BD-70B9-8267-B7E4F0DA2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42"/>
          <a:stretch>
            <a:fillRect/>
          </a:stretch>
        </p:blipFill>
        <p:spPr>
          <a:xfrm>
            <a:off x="6559755" y="1480724"/>
            <a:ext cx="3833954" cy="38965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8F5DF6-B695-8802-04B5-B07A5B998AC5}"/>
              </a:ext>
            </a:extLst>
          </p:cNvPr>
          <p:cNvSpPr txBox="1"/>
          <p:nvPr/>
        </p:nvSpPr>
        <p:spPr>
          <a:xfrm>
            <a:off x="3885363" y="957504"/>
            <a:ext cx="4421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dirty="0" err="1"/>
              <a:t>Accuracy</a:t>
            </a:r>
            <a:r>
              <a:rPr lang="tr-TR" sz="2800" dirty="0"/>
              <a:t> </a:t>
            </a:r>
            <a:r>
              <a:rPr lang="tr-TR" sz="2800" dirty="0" err="1"/>
              <a:t>Curves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2849269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A0A1DEB-D8B2-4267-B1E3-DF9903353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39821-71E6-4D14-A6A3-00E34004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43B04F-B5E0-41BD-BEEA-A4E6B79F2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40DD7DCC-DD27-D398-8A86-FE53A2A57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1" r="3" b="3"/>
          <a:stretch>
            <a:fillRect/>
          </a:stretch>
        </p:blipFill>
        <p:spPr>
          <a:xfrm>
            <a:off x="6585019" y="1464525"/>
            <a:ext cx="3865832" cy="3928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900081-28D6-C229-1B9C-F074D61D8EC8}"/>
              </a:ext>
            </a:extLst>
          </p:cNvPr>
          <p:cNvSpPr txBox="1"/>
          <p:nvPr/>
        </p:nvSpPr>
        <p:spPr>
          <a:xfrm>
            <a:off x="3749710" y="877297"/>
            <a:ext cx="4692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dirty="0"/>
              <a:t>LR </a:t>
            </a:r>
            <a:r>
              <a:rPr lang="tr-TR" sz="2800" dirty="0" err="1"/>
              <a:t>Curves</a:t>
            </a:r>
            <a:endParaRPr lang="tr-TR" sz="2800" dirty="0"/>
          </a:p>
        </p:txBody>
      </p:sp>
      <p:pic>
        <p:nvPicPr>
          <p:cNvPr id="7" name="Picture 6" descr="A graph on a screen&#10;&#10;AI-generated content may be incorrect.">
            <a:extLst>
              <a:ext uri="{FF2B5EF4-FFF2-40B4-BE49-F238E27FC236}">
                <a16:creationId xmlns:a16="http://schemas.microsoft.com/office/drawing/2014/main" id="{A0719699-95DD-E0FC-7168-83AB54F7F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149" y="1400517"/>
            <a:ext cx="3865832" cy="399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0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BA5665-9598-4383-8F19-52182CBB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777A6-9696-47DF-BA90-40895EFCE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05B094-D180-41FA-B209-8388E9F7D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EE46C69F-8B04-339B-45D8-2D5834DA2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33" y="1481685"/>
            <a:ext cx="5092361" cy="3819270"/>
          </a:xfrm>
          <a:prstGeom prst="rect">
            <a:avLst/>
          </a:prstGeom>
        </p:spPr>
      </p:pic>
      <p:pic>
        <p:nvPicPr>
          <p:cNvPr id="3" name="Picture 2" descr="A graph with numbers and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6E08366A-5E78-993C-A543-8CAE51A78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39" y="1481685"/>
            <a:ext cx="5092361" cy="3819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6429AB-1BD1-2D44-C7A1-4A046A797F7F}"/>
              </a:ext>
            </a:extLst>
          </p:cNvPr>
          <p:cNvSpPr txBox="1"/>
          <p:nvPr/>
        </p:nvSpPr>
        <p:spPr>
          <a:xfrm>
            <a:off x="1003640" y="895683"/>
            <a:ext cx="1021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dirty="0" err="1"/>
              <a:t>Confusion</a:t>
            </a:r>
            <a:r>
              <a:rPr lang="tr-TR" sz="2800" dirty="0"/>
              <a:t> </a:t>
            </a:r>
            <a:r>
              <a:rPr lang="tr-TR" sz="2800" dirty="0" err="1"/>
              <a:t>Matrices</a:t>
            </a:r>
            <a:r>
              <a:rPr lang="tr-TR" sz="2800" dirty="0"/>
              <a:t> Of </a:t>
            </a:r>
            <a:r>
              <a:rPr lang="tr-TR" sz="2800" dirty="0" err="1"/>
              <a:t>Each</a:t>
            </a:r>
            <a:r>
              <a:rPr lang="tr-TR" sz="2800" dirty="0"/>
              <a:t> Model (</a:t>
            </a:r>
            <a:r>
              <a:rPr lang="tr-TR" sz="2800" dirty="0" err="1"/>
              <a:t>Num</a:t>
            </a:r>
            <a:r>
              <a:rPr lang="tr-TR" sz="2800" dirty="0"/>
              <a:t> of </a:t>
            </a:r>
            <a:r>
              <a:rPr lang="tr-TR" sz="2800" dirty="0" err="1"/>
              <a:t>Samples</a:t>
            </a:r>
            <a:r>
              <a:rPr lang="tr-TR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2482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BA5665-9598-4383-8F19-52182CBB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777A6-9696-47DF-BA90-40895EFCE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05B094-D180-41FA-B209-8388E9F7D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815BDA82-4EA6-67DA-111A-982EC84E8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453" y="1519365"/>
            <a:ext cx="5092361" cy="3819270"/>
          </a:xfrm>
          <a:prstGeom prst="rect">
            <a:avLst/>
          </a:prstGeom>
        </p:spPr>
      </p:pic>
      <p:pic>
        <p:nvPicPr>
          <p:cNvPr id="5" name="Picture 4" descr="A graph of blue squares&#10;&#10;AI-generated content may be incorrect.">
            <a:extLst>
              <a:ext uri="{FF2B5EF4-FFF2-40B4-BE49-F238E27FC236}">
                <a16:creationId xmlns:a16="http://schemas.microsoft.com/office/drawing/2014/main" id="{97692920-D2CD-90AC-4533-50E447C9E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39" y="1519365"/>
            <a:ext cx="5092361" cy="3819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877D9A-24F6-01B9-FEC3-9FC18EA7B00C}"/>
              </a:ext>
            </a:extLst>
          </p:cNvPr>
          <p:cNvSpPr txBox="1"/>
          <p:nvPr/>
        </p:nvSpPr>
        <p:spPr>
          <a:xfrm>
            <a:off x="1003640" y="973394"/>
            <a:ext cx="10184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dirty="0" err="1"/>
              <a:t>Confusion</a:t>
            </a:r>
            <a:r>
              <a:rPr lang="tr-TR" sz="2800" dirty="0"/>
              <a:t> </a:t>
            </a:r>
            <a:r>
              <a:rPr lang="tr-TR" sz="2800" dirty="0" err="1"/>
              <a:t>Matrices</a:t>
            </a:r>
            <a:r>
              <a:rPr lang="tr-TR" sz="2800" dirty="0"/>
              <a:t> of </a:t>
            </a:r>
            <a:r>
              <a:rPr lang="tr-TR" sz="2800" dirty="0" err="1"/>
              <a:t>Each</a:t>
            </a:r>
            <a:r>
              <a:rPr lang="tr-TR" sz="2800" dirty="0"/>
              <a:t> Model (</a:t>
            </a:r>
            <a:r>
              <a:rPr lang="tr-TR" sz="2800" dirty="0" err="1"/>
              <a:t>Percentages</a:t>
            </a:r>
            <a:r>
              <a:rPr lang="tr-TR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235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7D72-8E12-7D0C-ED04-089A91CFC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7200" dirty="0" err="1"/>
              <a:t>Thank</a:t>
            </a:r>
            <a:r>
              <a:rPr lang="tr-TR" sz="7200" dirty="0"/>
              <a:t> </a:t>
            </a:r>
            <a:r>
              <a:rPr lang="tr-TR" sz="7200" dirty="0" err="1"/>
              <a:t>you</a:t>
            </a:r>
            <a:r>
              <a:rPr lang="tr-TR" sz="7200" dirty="0"/>
              <a:t> </a:t>
            </a:r>
            <a:r>
              <a:rPr lang="tr-TR" sz="7200" dirty="0" err="1"/>
              <a:t>for</a:t>
            </a:r>
            <a:r>
              <a:rPr lang="tr-TR" sz="7200" dirty="0"/>
              <a:t> </a:t>
            </a:r>
            <a:r>
              <a:rPr lang="tr-TR" sz="7200" dirty="0" err="1"/>
              <a:t>listening</a:t>
            </a:r>
            <a:endParaRPr lang="tr-TR" sz="7200" dirty="0"/>
          </a:p>
        </p:txBody>
      </p:sp>
    </p:spTree>
    <p:extLst>
      <p:ext uri="{BB962C8B-B14F-4D97-AF65-F5344CB8AC3E}">
        <p14:creationId xmlns:p14="http://schemas.microsoft.com/office/powerpoint/2010/main" val="29946797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CBDE499972E8CE4CADC00C255FE5DC69" ma:contentTypeVersion="10" ma:contentTypeDescription="Yeni belge oluşturun." ma:contentTypeScope="" ma:versionID="8bab57f3211697227dd13a496d7b6960">
  <xsd:schema xmlns:xsd="http://www.w3.org/2001/XMLSchema" xmlns:xs="http://www.w3.org/2001/XMLSchema" xmlns:p="http://schemas.microsoft.com/office/2006/metadata/properties" xmlns:ns3="901f7c55-f296-45a3-aaa9-733ffe311555" targetNamespace="http://schemas.microsoft.com/office/2006/metadata/properties" ma:root="true" ma:fieldsID="03665f422ffca8afd45aed424168032a" ns3:_="">
    <xsd:import namespace="901f7c55-f296-45a3-aaa9-733ffe31155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1f7c55-f296-45a3-aaa9-733ffe311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01f7c55-f296-45a3-aaa9-733ffe311555" xsi:nil="true"/>
  </documentManagement>
</p:properties>
</file>

<file path=customXml/itemProps1.xml><?xml version="1.0" encoding="utf-8"?>
<ds:datastoreItem xmlns:ds="http://schemas.openxmlformats.org/officeDocument/2006/customXml" ds:itemID="{4C6CB0B4-E384-466C-B07F-695ACCD1C3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B67D04-AFE9-4C57-9533-DF8B44BDE5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1f7c55-f296-45a3-aaa9-733ffe3115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9DF857-4771-4A05-ABD3-143614C0B3D1}">
  <ds:schemaRefs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901f7c55-f296-45a3-aaa9-733ffe31155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349</TotalTime>
  <Words>463</Words>
  <Application>Microsoft Office PowerPoint</Application>
  <PresentationFormat>Widescreen</PresentationFormat>
  <Paragraphs>117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Wingdings</vt:lpstr>
      <vt:lpstr>Retrospect</vt:lpstr>
      <vt:lpstr>Macro Expression Detection</vt:lpstr>
      <vt:lpstr>PowerPoint Presentation</vt:lpstr>
      <vt:lpstr>PowerPoint Presentation</vt:lpstr>
      <vt:lpstr>PowerPoint Presentation</vt:lpstr>
      <vt:lpstr>FER2013 Dataset  -  https://www.kaggle.com/datasets/msambare/fer2013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BARAN ŞAN</dc:creator>
  <cp:lastModifiedBy>BARAN ŞAN</cp:lastModifiedBy>
  <cp:revision>4</cp:revision>
  <dcterms:created xsi:type="dcterms:W3CDTF">2025-12-24T13:21:13Z</dcterms:created>
  <dcterms:modified xsi:type="dcterms:W3CDTF">2025-12-26T14:35:24Z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0x010100CBDE499972E8CE4CADC00C255FE5DC69</vt:lpwstr>
  </property>
</Properties>
</file>